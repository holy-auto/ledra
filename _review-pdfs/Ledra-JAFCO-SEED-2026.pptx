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株式会社HOLY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Ledra | JAFCO SEED 2026 Pitch Deck</dc:title>
  <dc:subject>JAFCO SEED 2026</dc:subject>
  <dc:creator>堀越 友輔</dc:creator>
  <cp:lastModifiedBy>堀越 友輔</cp:lastModifiedBy>
  <cp:revision>1</cp:revision>
  <dcterms:created xsi:type="dcterms:W3CDTF">2026-05-24T14:28:40Z</dcterms:created>
  <dcterms:modified xsi:type="dcterms:W3CDTF">2026-05-24T14:28:40Z</dcterms:modified>
</cp:coreProperties>
</file>